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8" r:id="rId9"/>
    <p:sldId id="265" r:id="rId10"/>
    <p:sldId id="266" r:id="rId11"/>
    <p:sldId id="263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10A80-7D08-4EDF-AD56-94B88DAB4B70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78A88-559E-41A6-B189-42E4CAB3A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19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749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350" y="1441450"/>
            <a:ext cx="8318500" cy="4311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ain.mohfw.gov.in/" TargetMode="External"/><Relationship Id="rId7" Type="http://schemas.openxmlformats.org/officeDocument/2006/relationships/hyperlink" Target="https://www.mongodb.com/docs/" TargetMode="External"/><Relationship Id="rId2" Type="http://schemas.openxmlformats.org/officeDocument/2006/relationships/hyperlink" Target="https://www.who.int/news-room/fact-sheets/detail/blood-safety-and-availability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tailwindcss.com/docs" TargetMode="External"/><Relationship Id="rId5" Type="http://schemas.openxmlformats.org/officeDocument/2006/relationships/hyperlink" Target="https://react.dev/" TargetMode="External"/><Relationship Id="rId4" Type="http://schemas.openxmlformats.org/officeDocument/2006/relationships/hyperlink" Target="https://www.redcrossblood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76200"/>
              <a:ext cx="1374248" cy="10667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4495800"/>
              <a:ext cx="1479012" cy="184138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886200" y="3434080"/>
            <a:ext cx="3962400" cy="269817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59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l">
              <a:lnSpc>
                <a:spcPct val="100000"/>
              </a:lnSpc>
              <a:spcBef>
                <a:spcPts val="359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rs.P.Ramya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l">
              <a:lnSpc>
                <a:spcPct val="100000"/>
              </a:lnSpc>
              <a:spcBef>
                <a:spcPts val="360"/>
              </a:spcBef>
            </a:pPr>
            <a:r>
              <a:rPr lang="en-US" spc="-10" dirty="0">
                <a:latin typeface="Times New Roman"/>
                <a:cs typeface="Times New Roman"/>
              </a:rPr>
              <a:t>Assistant Professor</a:t>
            </a:r>
            <a:endParaRPr sz="18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126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MEMBER</a:t>
            </a:r>
            <a:endParaRPr sz="1800" dirty="0">
              <a:latin typeface="Times New Roman"/>
              <a:cs typeface="Times New Roman"/>
            </a:endParaRPr>
          </a:p>
          <a:p>
            <a:pPr marL="635" algn="l"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Times New Roman"/>
                <a:cs typeface="Times New Roman"/>
              </a:rPr>
              <a:t>23ADR071-Janani V </a:t>
            </a:r>
          </a:p>
          <a:p>
            <a:pPr marL="635" algn="l">
              <a:lnSpc>
                <a:spcPct val="100000"/>
              </a:lnSpc>
              <a:spcBef>
                <a:spcPts val="360"/>
              </a:spcBef>
            </a:pPr>
            <a:r>
              <a:rPr lang="en-US" dirty="0">
                <a:latin typeface="Times New Roman"/>
                <a:cs typeface="Times New Roman"/>
              </a:rPr>
              <a:t>23ADR099-Madhu Shree T</a:t>
            </a:r>
          </a:p>
          <a:p>
            <a:pPr marL="635" algn="l">
              <a:lnSpc>
                <a:spcPct val="100000"/>
              </a:lnSpc>
              <a:spcBef>
                <a:spcPts val="360"/>
              </a:spcBef>
            </a:pPr>
            <a:r>
              <a:rPr lang="en-US" sz="1800" dirty="0">
                <a:latin typeface="Times New Roman"/>
                <a:cs typeface="Times New Roman"/>
              </a:rPr>
              <a:t>23ADR111-Manojit R B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52600" y="1524000"/>
            <a:ext cx="71628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rgbClr val="FF0000"/>
                </a:solidFill>
              </a:rPr>
              <a:t>BLOOD DONOR MANAGEMENT SYSTEM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482D3A-F8DE-4766-A895-8CF2431A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42" y="762000"/>
            <a:ext cx="7666355" cy="49244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70C0"/>
                </a:solidFill>
              </a:rPr>
              <a:t>PROJECT OBJECTIVE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F22430-4965-FEB1-9C6D-36A35E0477B8}"/>
              </a:ext>
            </a:extLst>
          </p:cNvPr>
          <p:cNvSpPr txBox="1"/>
          <p:nvPr/>
        </p:nvSpPr>
        <p:spPr>
          <a:xfrm>
            <a:off x="762000" y="1859340"/>
            <a:ext cx="78663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facilitates connections between voluntary blood donors and recipients or organizations in need of blood.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efficient search and matching of donors based on blood group and location.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minimizes response time during medical emergencies.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a user-friendly online platform for donor registration and information management.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promotes awareness and encourages consistent participation in blood donation.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DA50-C49F-48AA-0EFB-BAF2A3125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70C0"/>
                </a:solidFill>
              </a:rPr>
              <a:t>TECHNICAL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7B7A8-52F0-F41F-DEC3-5E7333C050C1}"/>
              </a:ext>
            </a:extLst>
          </p:cNvPr>
          <p:cNvSpPr txBox="1"/>
          <p:nvPr/>
        </p:nvSpPr>
        <p:spPr>
          <a:xfrm>
            <a:off x="914400" y="1676400"/>
            <a:ext cx="779359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frontend development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Modern responsive styling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runtime environment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Server-side API handling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NoSQL database storage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MongoDB data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API testing tool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user authentication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Code version control and collaboration</a:t>
            </a:r>
          </a:p>
        </p:txBody>
      </p:sp>
    </p:spTree>
    <p:extLst>
      <p:ext uri="{BB962C8B-B14F-4D97-AF65-F5344CB8AC3E}">
        <p14:creationId xmlns:p14="http://schemas.microsoft.com/office/powerpoint/2010/main" val="82752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C0142-D3BA-65CE-DB7B-ACF5E4077229}"/>
              </a:ext>
            </a:extLst>
          </p:cNvPr>
          <p:cNvSpPr txBox="1"/>
          <p:nvPr/>
        </p:nvSpPr>
        <p:spPr>
          <a:xfrm>
            <a:off x="2819400" y="609599"/>
            <a:ext cx="426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0B7B33-FAF7-EC63-C847-D5CFB7D03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600200"/>
            <a:ext cx="686752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019064-2EAB-AA88-3BE7-D68AC6FFB7AA}"/>
              </a:ext>
            </a:extLst>
          </p:cNvPr>
          <p:cNvSpPr txBox="1"/>
          <p:nvPr/>
        </p:nvSpPr>
        <p:spPr>
          <a:xfrm>
            <a:off x="1066800" y="1443841"/>
            <a:ext cx="69342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and recipient registration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donors by blood group and location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request and response system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authentication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Mobile-friendly responsive design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 can update profiles and availability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Recipients can send and track requests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matches donors with recipients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data in database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APIs using Postman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F26BD-BC8E-55EF-C14F-31F1A2C8DCAA}"/>
              </a:ext>
            </a:extLst>
          </p:cNvPr>
          <p:cNvSpPr txBox="1"/>
          <p:nvPr/>
        </p:nvSpPr>
        <p:spPr>
          <a:xfrm>
            <a:off x="1295400" y="533400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5583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6A24A-9406-F120-7344-99E973B7CEED}"/>
              </a:ext>
            </a:extLst>
          </p:cNvPr>
          <p:cNvSpPr txBox="1"/>
          <p:nvPr/>
        </p:nvSpPr>
        <p:spPr>
          <a:xfrm>
            <a:off x="4038600" y="685800"/>
            <a:ext cx="1462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6F15B-4132-1E1B-0F45-6EFE67CD3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24000"/>
            <a:ext cx="6858000" cy="417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4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3A863-3598-2E7C-3236-E3FEAC622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762000"/>
            <a:ext cx="7086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946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A4FAB2-810F-BA01-A465-B3F515371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143000"/>
            <a:ext cx="7467600" cy="479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27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EAD99-860D-B017-472F-117334AF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8229600" cy="4896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9126E0-0E1A-E191-95E9-5BC4BA7A7B6F}"/>
              </a:ext>
            </a:extLst>
          </p:cNvPr>
          <p:cNvSpPr txBox="1"/>
          <p:nvPr/>
        </p:nvSpPr>
        <p:spPr>
          <a:xfrm>
            <a:off x="3200400" y="38100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 DB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25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52D40A-9A56-E047-AF02-93C63C1ED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092467"/>
            <a:ext cx="7467600" cy="4673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848A4-254E-7550-D66E-BF366184A400}"/>
              </a:ext>
            </a:extLst>
          </p:cNvPr>
          <p:cNvSpPr txBox="1"/>
          <p:nvPr/>
        </p:nvSpPr>
        <p:spPr>
          <a:xfrm>
            <a:off x="2971800" y="457200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746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A0E628-22F1-270F-7C05-E834360D845E}"/>
              </a:ext>
            </a:extLst>
          </p:cNvPr>
          <p:cNvSpPr txBox="1"/>
          <p:nvPr/>
        </p:nvSpPr>
        <p:spPr>
          <a:xfrm>
            <a:off x="3200400" y="565666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163D4-C635-4922-AB35-71705426F389}"/>
              </a:ext>
            </a:extLst>
          </p:cNvPr>
          <p:cNvSpPr txBox="1"/>
          <p:nvPr/>
        </p:nvSpPr>
        <p:spPr>
          <a:xfrm>
            <a:off x="1143000" y="1676400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Organization. (2023).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safety and availability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Retrieved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https://www.who.int/news-room/fact-sheets/detail/blood-safety-and-availability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Health &amp; Family Welfare, Government of India. (2024).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Blood Policy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Retrieved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https://main.mohfw.gov.in/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 Red Cross. (2023).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donation facts and statistics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Retrieved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https://www.redcrossblood.org/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Documentation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https://react.dev/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Documentation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https://tailwindcss.com/docs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Documentation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https://www.mongodb.com/docs/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922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AA97F9-06C1-11A0-B5F2-55F04AAE050C}"/>
              </a:ext>
            </a:extLst>
          </p:cNvPr>
          <p:cNvSpPr txBox="1"/>
          <p:nvPr/>
        </p:nvSpPr>
        <p:spPr>
          <a:xfrm>
            <a:off x="2895600" y="2739375"/>
            <a:ext cx="4495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73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</TotalTime>
  <Words>331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Times New Roman</vt:lpstr>
      <vt:lpstr>Wingdings</vt:lpstr>
      <vt:lpstr>Office Theme</vt:lpstr>
      <vt:lpstr>BLOOD DONOR MANAGEMENT SYSTEM</vt:lpstr>
      <vt:lpstr>PROJECT OBJECTIVE</vt:lpstr>
      <vt:lpstr>TECHNICAL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ppt.pptx</dc:title>
  <dc:creator>MADHUSHREE TAMILSELVAN</dc:creator>
  <cp:lastModifiedBy>MADHUSHREE TAMILSELVAN</cp:lastModifiedBy>
  <cp:revision>39</cp:revision>
  <dcterms:created xsi:type="dcterms:W3CDTF">2024-09-25T05:56:54Z</dcterms:created>
  <dcterms:modified xsi:type="dcterms:W3CDTF">2025-08-18T06:26:38Z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